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43"/>
    <p:restoredTop sz="96341"/>
  </p:normalViewPr>
  <p:slideViewPr>
    <p:cSldViewPr snapToGrid="0" snapToObjects="1">
      <p:cViewPr varScale="1">
        <p:scale>
          <a:sx n="119" d="100"/>
          <a:sy n="11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73BA-E162-9641-A036-6B7985CC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6252F-13BA-054B-BF22-2109B19E3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1C1B3-77C9-5542-BF29-2E0E5A93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AD469-A858-4E4F-911F-555759F4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5A3F4-1732-3546-9544-641AAFFC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6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5D4D-B258-8049-BD34-B31DA0DE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4CAF-2A12-B840-A343-60AB112B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E78DD-4761-A84A-BF06-075E361D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E8C8F-9C54-FC4C-8F8C-C52BFF41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A2352-3631-B745-8488-2292273F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79CF-5369-C046-9E60-0BF43B67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E760-FA39-BB45-BB7F-A7A8FE6B7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D0AFF-F771-C046-89E0-4FD57D1B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1B5E2-586E-3347-8125-27B6B568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22F4F-F021-F14E-926E-ED8D819F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7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560B-F0FF-4448-8E0A-A794CC02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EAAC-2463-C642-8EF1-CA6EC73CC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77D95-D5BF-E046-B14A-CF07DEE5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8EF12-ACA0-4E42-A735-0A900ADD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8BBB8-7DDB-F248-A07C-ABD93609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77D73-460B-2047-BEF9-4752ADC4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8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4493-9CED-1747-A484-43562D18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68605-1F21-0242-B94E-D59EE6D23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DA02A-1B56-F341-9775-39D669892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2C8A20-D249-AD45-87A1-5098D1FA0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02821-AD55-AC4B-8467-2F88CF457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B712E-E06C-A54B-BD30-CD68C1E2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D6CBB-3D9F-2E41-9A4E-FBEAFBAA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FA57E-3803-B949-B9F6-A5D2A165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42E4-C1C0-8443-8ECD-181EEFFA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862F9-F323-8142-BE41-3B5E8ADD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1066B-C5C8-964B-87C3-6A84E8CD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932B-B728-EB4F-927E-F806550E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2A9FC-17E3-8046-A183-E92F0887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69393-1995-3A4F-AD8A-70A147C3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6B970-77F9-A54F-9431-806774EB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9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E965-D357-D84F-8F09-4BA9263D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9F575-D339-CE43-9995-39D8ADA7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EB764-19A9-B048-8CB7-7BB6E442B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84001-65A8-114D-A8B5-2C5A3D71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2D194-FA4D-6B4D-A432-B7B5FDC3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C0039-FB07-5846-9BF1-286DB47B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5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3DC1-C9BA-5747-97A6-E354CEB6C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18029-4CED-AD4E-AEC2-D9ECFA786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C7208-09A8-9248-944D-2D450F931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B3092-3E40-8242-A544-CD88C4DD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F30AA-405C-0942-B180-B0AA2BDA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148E-5FEC-A74C-B845-4F92B882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9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5BD6-610E-AD4D-AE20-35F098D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E5B86-9E99-6344-9BA8-A725BD2AB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CDAEF-5EE4-1F47-B205-8C1020BA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97C0-4E87-0F47-8985-83A97538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41613-F76F-5A49-8D18-0E90CF7F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8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58419-3C0D-D54E-BDB3-7FF74F5C6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DD128-083F-4940-AED0-FCAC3FDAC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F27C9-3DB3-A347-BF81-AE151EB9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A36F1-C44E-AD45-92BA-2F6481BC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C14E-17C7-E042-9D36-0193B000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61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B1B8E-A367-C04C-A8C9-98D38A3D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6352C-978E-554A-BA98-49FEBFB9F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05769-6371-EB4C-8784-965B74DB7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4836A-0C6E-1E42-A3A3-784EFE60FAEF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9C76-133B-E744-935D-8C9AA8B66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A1C29-57D3-904E-8FCE-7EA01698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C2B32-EED6-7B4A-B22E-DB7634D8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5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066A-BB01-CD4C-8BC9-A7600644E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Simulation of a Silicon Gate-All-Around JFET for Low-Power Analog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A3BA9-0F6D-4148-8ADF-3B74FA71F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Manasi Nerurkar</a:t>
            </a:r>
          </a:p>
          <a:p>
            <a:r>
              <a:t>Prajwal T. P.</a:t>
            </a:r>
          </a:p>
          <a:p>
            <a:r>
              <a:t>Sahil</a:t>
            </a:r>
          </a:p>
        </p:txBody>
      </p:sp>
    </p:spTree>
    <p:extLst>
      <p:ext uri="{BB962C8B-B14F-4D97-AF65-F5344CB8AC3E}">
        <p14:creationId xmlns:p14="http://schemas.microsoft.com/office/powerpoint/2010/main" val="164844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9855-E9DE-4B48-BE6D-5A30BE12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0A12-8A32-F840-9734-0D29BD14A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JFETs are voltage-controlled, low-noise, and high-input-impedance devices ideal for analog front-end circuits.</a:t>
            </a:r>
          </a:p>
          <a:p>
            <a:r>
              <a:t>• Recent research focuses on SiC or GaN JFETs for high-temperature applications, but silicon JFETs remain valuable for low-power analog ICs.</a:t>
            </a:r>
          </a:p>
          <a:p>
            <a:r>
              <a:t>• Gap: Few studies optimize silicon JFETs with modern geometries (submicron, GAA).</a:t>
            </a:r>
          </a:p>
          <a:p>
            <a:r>
              <a:t>• Impact: By improving gate control and transconductance (gm), we can achieve the same gain with lower bias current, enabling energy-efficient analog amplification.</a:t>
            </a:r>
          </a:p>
        </p:txBody>
      </p:sp>
    </p:spTree>
    <p:extLst>
      <p:ext uri="{BB962C8B-B14F-4D97-AF65-F5344CB8AC3E}">
        <p14:creationId xmlns:p14="http://schemas.microsoft.com/office/powerpoint/2010/main" val="100694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6DE6-180A-2646-9D1D-649EDD43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Survey — GAA vs Planar JFETs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0FB4-C984-D142-A60E-36A61979F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M. Mochizuki et al., IEEE Trans. Electron Devices, 2023 (SiC GAA JFET)</a:t>
            </a:r>
          </a:p>
          <a:p>
            <a:r>
              <a:t>   • Contribution: Fabricated Gate-All-Around JFET showing higher gm, low leakage, and thermal robustness.</a:t>
            </a:r>
          </a:p>
          <a:p>
            <a:r>
              <a:t>   • Strengths: Demonstrates GAA geometry benefits (gm, body-bias immunity) with measured data.</a:t>
            </a:r>
          </a:p>
          <a:p>
            <a:r>
              <a:t>   • Limitations: SiC material and fabrication specifics differ from silicon; high-energy implant artifacts affect mobility.</a:t>
            </a:r>
          </a:p>
          <a:p/>
          <a:p>
            <a:r>
              <a:t>2) A. Sedra &amp; K. C. Smith, Microelectronic Circuits (Sec. 4.12)</a:t>
            </a:r>
          </a:p>
          <a:p>
            <a:r>
              <a:t>   • Contribution: Analytical JFET models (ID–VGS, pinch-off, gm) used as baseline for device/circuit design.</a:t>
            </a:r>
          </a:p>
          <a:p>
            <a:r>
              <a:t>   • Strengths: Clear theoretical framework and SPICE parameter mapping for JFET behavior.</a:t>
            </a:r>
          </a:p>
          <a:p>
            <a:r>
              <a:t>   • Limitations: Simplified models ignore modern scaling effects and advanced geometries (GAA).</a:t>
            </a:r>
          </a:p>
          <a:p/>
          <a:p>
            <a:r>
              <a:t>3) H. Mukesh &amp; Y. Zhang, Electronics, 2022 (GAA FET review)</a:t>
            </a:r>
          </a:p>
          <a:p>
            <a:r>
              <a:t>   • Contribution: Reviews GAA MOSFET/nanosheet processing and electrostatic advantages in silicon.</a:t>
            </a:r>
          </a:p>
          <a:p>
            <a:r>
              <a:t>   • Strengths: Covers process flows, scaling advantages, and improved control vs planar devices.</a:t>
            </a:r>
          </a:p>
          <a:p>
            <a:r>
              <a:t>   • Limitations: Focused on MOSFETs (not JFETs); adaptation to JFETs requires careful doping/junction design.</a:t>
            </a:r>
          </a:p>
          <a:p/>
          <a:p>
            <a:r>
              <a:t>Takeaway for our project:</a:t>
            </a:r>
          </a:p>
          <a:p>
            <a:r>
              <a:t>• Use Sedra's models for baseline parameter extraction; emulate GAA geometry from Mochizuki and Mukesh to improve gm.</a:t>
            </a:r>
          </a:p>
          <a:p>
            <a:r>
              <a:t>• Address gap: quantify GAA benefit in silicon JFETs (planar vs GAA) via TCAD and report gm/ID trade-offs.</a:t>
            </a:r>
          </a:p>
          <a:p/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6258A-9943-6B4E-A75E-31E8CF5B03A0}"/>
              </a:ext>
            </a:extLst>
          </p:cNvPr>
          <p:cNvSpPr txBox="1"/>
          <p:nvPr/>
        </p:nvSpPr>
        <p:spPr>
          <a:xfrm>
            <a:off x="1151068" y="5120640"/>
            <a:ext cx="897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 the list of references in IEEE format here. </a:t>
            </a:r>
          </a:p>
        </p:txBody>
      </p:sp>
    </p:spTree>
    <p:extLst>
      <p:ext uri="{BB962C8B-B14F-4D97-AF65-F5344CB8AC3E}">
        <p14:creationId xmlns:p14="http://schemas.microsoft.com/office/powerpoint/2010/main" val="194220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2DB1-F88A-8545-A4CA-FCE4CA78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A3D66-45F4-0547-8928-67CB4E878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 and analyze a silicon Gate-All-Around (GAA) JFET for improved low-power analog performance.</a:t>
            </a:r>
          </a:p>
          <a:p>
            <a:r>
              <a:t>• Design both planar and GAA Si JFETs in TCAD.</a:t>
            </a:r>
          </a:p>
          <a:p>
            <a:r>
              <a:t>• Extract and compare transconductance (gm), gm/ID ratio, and analog gain.</a:t>
            </a:r>
          </a:p>
          <a:p>
            <a:r>
              <a:t>• Study the effect of channel doping and gate length on performance.</a:t>
            </a:r>
          </a:p>
          <a:p>
            <a:r>
              <a:t>• Identify geometry and bias conditions that yield high gm at low ID (low bias current).</a:t>
            </a:r>
          </a:p>
        </p:txBody>
      </p:sp>
    </p:spTree>
    <p:extLst>
      <p:ext uri="{BB962C8B-B14F-4D97-AF65-F5344CB8AC3E}">
        <p14:creationId xmlns:p14="http://schemas.microsoft.com/office/powerpoint/2010/main" val="126188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DE0E-26F9-FA4E-9211-90BED507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and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30116-935F-BE44-A7B4-6231D6F9C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Task 1: Draw planar and GAA Si JFET structures in Sentaurus Device Editor.</a:t>
            </a:r>
          </a:p>
          <a:p>
            <a:r>
              <a:t>• Responsible: Manasi Nerurkar</a:t>
            </a:r>
          </a:p>
          <a:p>
            <a:r>
              <a:t>• Success Measure: Proper structure and meshing.</a:t>
            </a:r>
          </a:p>
          <a:p>
            <a:r>
              <a:t>• Risk: Meshing issues → Refine step size.</a:t>
            </a:r>
          </a:p>
          <a:p/>
          <a:p>
            <a:r>
              <a:t>Task 2: Apply doping profiles, bias points, simulate ID–VGS &amp; ID–VDS.</a:t>
            </a:r>
          </a:p>
          <a:p>
            <a:r>
              <a:t>• Responsible: Prajwal T. P.</a:t>
            </a:r>
          </a:p>
          <a:p>
            <a:r>
              <a:t>• Success Measure: Successful DC simulations.</a:t>
            </a:r>
          </a:p>
          <a:p>
            <a:r>
              <a:t>• Risk: Convergence problems → Use initial guess from planar.</a:t>
            </a:r>
          </a:p>
          <a:p/>
          <a:p>
            <a:r>
              <a:t>Task 3: Extract gm, gm/ID, gain, and analyze variations.</a:t>
            </a:r>
          </a:p>
          <a:p>
            <a:r>
              <a:t>• Responsible: Sahil</a:t>
            </a:r>
          </a:p>
          <a:p>
            <a:r>
              <a:t>• Success Measure: Parameter plots and analysis.</a:t>
            </a:r>
          </a:p>
          <a:p>
            <a:r>
              <a:t>• Risk: Numerical noise → Smooth derivative data.</a:t>
            </a:r>
          </a:p>
          <a:p/>
          <a:p>
            <a:r>
              <a:t>Task 4: Prepare final report and presentation (All members).</a:t>
            </a:r>
          </a:p>
        </p:txBody>
      </p:sp>
    </p:spTree>
    <p:extLst>
      <p:ext uri="{BB962C8B-B14F-4D97-AF65-F5344CB8AC3E}">
        <p14:creationId xmlns:p14="http://schemas.microsoft.com/office/powerpoint/2010/main" val="262083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A80D-D783-6940-B87C-462B5DF8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(7 Weeks)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82CB-76D6-8E46-B144-BF3649BD0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Literature review &amp; theory (JFET &amp; GAA concepts)</a:t>
            </a:r>
          </a:p>
          <a:p>
            <a:r>
              <a:t>Week 2: Draw planar JFET geometry</a:t>
            </a:r>
          </a:p>
          <a:p>
            <a:r>
              <a:t>Week 3: Doping setup &amp; simulation validation</a:t>
            </a:r>
          </a:p>
          <a:p>
            <a:r>
              <a:t>Week 4: Implement GAA geometry</a:t>
            </a:r>
          </a:p>
          <a:p>
            <a:r>
              <a:t>Week 5: Perform parameter sweeps (doping, gate length)</a:t>
            </a:r>
          </a:p>
          <a:p>
            <a:r>
              <a:t>Week 6: Extract gm, gm/ID, and gain</a:t>
            </a:r>
          </a:p>
          <a:p>
            <a:r>
              <a:t>Week 7: Final report &amp; presentation preparation</a:t>
            </a:r>
          </a:p>
        </p:txBody>
      </p:sp>
    </p:spTree>
    <p:extLst>
      <p:ext uri="{BB962C8B-B14F-4D97-AF65-F5344CB8AC3E}">
        <p14:creationId xmlns:p14="http://schemas.microsoft.com/office/powerpoint/2010/main" val="297279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BE04-2943-A240-A7AF-9D9C6322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7CF53-D82A-3F49-A1AA-701CD6BFE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silicon GAA JFET is expected to show higher gm and gm/ID than planar due to improved gate control.</a:t>
            </a:r>
          </a:p>
          <a:p>
            <a:r>
              <a:t>• High gm enables higher gain or lower bias current, ideal for low-power analog circuits.</a:t>
            </a:r>
          </a:p>
          <a:p>
            <a:r>
              <a:t>• The study highlights how geometry and doping optimization influence analog efficiency.</a:t>
            </a:r>
          </a:p>
          <a:p>
            <a:r>
              <a:t>• Future work: Extend to circuit-level simulation and noise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3314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189</Words>
  <Application>Microsoft Macintosh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Title of the Project</vt:lpstr>
      <vt:lpstr>Motivation</vt:lpstr>
      <vt:lpstr>Background Survey</vt:lpstr>
      <vt:lpstr>Objectives </vt:lpstr>
      <vt:lpstr>Tasks, and Milestones</vt:lpstr>
      <vt:lpstr>Timeline</vt:lpstr>
      <vt:lpstr>Conclusions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Jha, Rashmi (jhari)</dc:creator>
  <cp:lastModifiedBy>Jha, Rashmi (jhari)</cp:lastModifiedBy>
  <cp:revision>3</cp:revision>
  <dcterms:created xsi:type="dcterms:W3CDTF">2023-10-04T10:42:14Z</dcterms:created>
  <dcterms:modified xsi:type="dcterms:W3CDTF">2023-10-04T10:58:08Z</dcterms:modified>
</cp:coreProperties>
</file>